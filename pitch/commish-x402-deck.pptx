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85800" y="21945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 holds the router's cut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the agent call cannot be refunded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858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holdback for x402 agent payments on Solana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4343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Vincentius Bryan Kwandou  ·  Live on mainnet  ·  getcommish.vercel.app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tool refunds the call, the router must not keep the cut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6616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402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pays tool per call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566160" cy="45720"/>
          </a:xfrm>
          <a:prstGeom prst="rect">
            <a:avLst/>
          </a:prstGeom>
          <a:solidFill>
            <a:srgbClr val="E6E5E0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3484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window on mainnet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965960"/>
            <a:ext cx="3566160" cy="45720"/>
          </a:xfrm>
          <a:prstGeom prst="rect">
            <a:avLst/>
          </a:prstGeom>
          <a:solidFill>
            <a:srgbClr val="E6E5E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2960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cut held on-chain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Commish mainnet campaign · 600s hold · 10% router cut (README)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6473952"/>
            <a:ext cx="11155680" cy="10973"/>
          </a:xfrm>
          <a:prstGeom prst="rect">
            <a:avLst/>
          </a:prstGeom>
          <a:solidFill>
            <a:srgbClr val="E6E5E0"/>
          </a:solidFill>
          <a:ln/>
        </p:spPr>
      </p:sp>
      <p:pic>
        <p:nvPicPr>
          <p:cNvPr id="15" name="Image 0" descr="/home/workdir/artifac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37960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" y="6528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already carries most x402 agent payments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8F8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transactions on Solana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4 weeks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8F8F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6344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all-chain x402 activity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Solana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566160" cy="2560320"/>
          </a:xfrm>
          <a:prstGeom prst="roundRect">
            <a:avLst>
              <a:gd name="adj" fmla="val 2857"/>
            </a:avLst>
          </a:prstGeom>
          <a:solidFill>
            <a:srgbClr val="F8F8F6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2148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$24.2M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5820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volume across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Artemis / Solana Compass, 22 Sep 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6473952"/>
            <a:ext cx="11155680" cy="10973"/>
          </a:xfrm>
          <a:prstGeom prst="rect">
            <a:avLst/>
          </a:prstGeom>
          <a:solidFill>
            <a:srgbClr val="E6E5E0"/>
          </a:solidFill>
          <a:ln/>
        </p:spPr>
      </p:sp>
      <p:pic>
        <p:nvPicPr>
          <p:cNvPr id="15" name="Image 0" descr="/home/workdir/artifac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37960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" y="6528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one program: pay, record, hold, release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8F8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pays USDC into the campaign vault with a memo that names its router, then retries with the payment signature and gets the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8F8F6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0" y="2514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Relayer verifies the payment on-chain and calls record_sale. The program reserves the router's 10% where the tool cannot withdraw 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8F8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4754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600 seconds a refund can cancel the cut. If the tool refunds the call, the router gets nothing.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370332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F8F8F6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4754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window anyone can release. The cut can only pay the named router, minus a 1% protocol fee.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11155680" cy="10973"/>
          </a:xfrm>
          <a:prstGeom prst="rect">
            <a:avLst/>
          </a:prstGeom>
          <a:solidFill>
            <a:srgbClr val="E6E5E0"/>
          </a:solidFill>
          <a:ln/>
        </p:spPr>
      </p:sp>
      <p:pic>
        <p:nvPicPr>
          <p:cNvPr id="21" name="Image 0" descr="/home/workdir/artifac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37960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22960" y="6528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released one held cut and cancelled another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8F8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D1FA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 ·  6 OCT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paid → recorded → 10 min hold → released 0.00495 USDC to the router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3200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47MtDwTY…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2GXGEqG9…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5UP1zayt…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8F8F6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173736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FEDD5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 ·  9 OCT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28600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paid → recorded → tool refunded → cancel. Router received nothing.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320040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200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2j1px41k…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4b1FAR1L…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44iK8DZt…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6473952"/>
            <a:ext cx="11155680" cy="10973"/>
          </a:xfrm>
          <a:prstGeom prst="rect">
            <a:avLst/>
          </a:prstGeom>
          <a:solidFill>
            <a:srgbClr val="E6E5E0"/>
          </a:solidFill>
          <a:ln/>
        </p:spPr>
      </p:sp>
      <p:pic>
        <p:nvPicPr>
          <p:cNvPr id="17" name="Image 0" descr="/home/workdir/artifac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37960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" y="6528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 locks the cut where the tool cannot spend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8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Owed money stays locked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cut sits in a program account the tool cannot withdraw from.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8F6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178308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payment, one cut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address is derived from the payment signature. No double record.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8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29184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attestor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611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named relayer can call record_sale for that campaign.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9718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8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329184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Payouts cannot be redirected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3611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pays only the current payee token account for that cut.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8F6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80060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cancel after the window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5120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600s the cut can only be released, never cancelled.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44805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8F8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629400" y="4800600"/>
            <a:ext cx="109728" cy="64008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without this website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5120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with an RPC can release. No backend required.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155680" cy="10973"/>
          </a:xfrm>
          <a:prstGeom prst="rect">
            <a:avLst/>
          </a:prstGeom>
          <a:solidFill>
            <a:srgbClr val="E6E5E0"/>
          </a:solidFill>
          <a:ln/>
        </p:spPr>
      </p:sp>
      <p:pic>
        <p:nvPicPr>
          <p:cNvPr id="29" name="Image 0" descr="/home/workdir/artifac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37960"/>
            <a:ext cx="237744" cy="2377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22960" y="6528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is live; outside agent volume is still zero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8F8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9,272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Pinocchio binary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mainnet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64592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8F8F6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194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6344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LiteSVM attack tests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F8F8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194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5820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agents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 (honest gap)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team deploy &amp; tests · stated on project page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6473952"/>
            <a:ext cx="11155680" cy="10973"/>
          </a:xfrm>
          <a:prstGeom prst="rect">
            <a:avLst/>
          </a:prstGeom>
          <a:solidFill>
            <a:srgbClr val="E6E5E0"/>
          </a:solidFill>
          <a:ln/>
        </p:spPr>
      </p:sp>
      <p:pic>
        <p:nvPicPr>
          <p:cNvPr id="15" name="Image 0" descr="/home/workdir/artifac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37960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22960" y="6528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percent of each released cut funds the protocol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on release (FEE_BPS = 100)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live on mainnet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 USDC cut → 0.00005 USDC fee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only works at high call volume.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F8F8F6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24688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tiny fee per call only works at agent scale. That is the bet on x402 volume continuing to grow on Solana.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6473952"/>
            <a:ext cx="11155680" cy="10973"/>
          </a:xfrm>
          <a:prstGeom prst="rect">
            <a:avLst/>
          </a:prstGeom>
          <a:solidFill>
            <a:srgbClr val="E6E5E0"/>
          </a:solidFill>
          <a:ln/>
        </p:spPr>
      </p:sp>
      <p:pic>
        <p:nvPicPr>
          <p:cNvPr id="11" name="Image 0" descr="/home/workdir/artifac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37960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6528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users are tool providers that already sell to agents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8F8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 is the first paid endpoint. Next: other x402 tool sellers on Solana.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8F8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46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11680" y="3154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Directories and orchestrators name themselves in the payment memo and earn the cut.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8F8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617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1168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4937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Pay, retry with signature, get data. No human in the loop.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6473952"/>
            <a:ext cx="11155680" cy="10973"/>
          </a:xfrm>
          <a:prstGeom prst="rect">
            <a:avLst/>
          </a:prstGeom>
          <a:solidFill>
            <a:srgbClr val="E6E5E0"/>
          </a:solidFill>
          <a:ln/>
        </p:spPr>
      </p:sp>
      <p:pic>
        <p:nvPicPr>
          <p:cNvPr id="17" name="Image 0" descr="/home/workdir/artifacts/logo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537960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" y="6528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founder who already shipped two Solana products to mainnet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72800" cy="3931920"/>
          </a:xfrm>
          <a:prstGeom prst="roundRect">
            <a:avLst>
              <a:gd name="adj" fmla="val 2326"/>
            </a:avLst>
          </a:prstGeom>
          <a:solidFill>
            <a:srgbClr val="F8F8F6"/>
          </a:solidFill>
          <a:ln/>
        </p:spPr>
      </p:sp>
      <p:pic>
        <p:nvPicPr>
          <p:cNvPr id="5" name="Image 0" descr="/home/workdir/artifac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20116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Vincentius Bryan Kwandou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377440" y="2514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engineer  ·  20  ·  Makassar  ·  Superteam Campus Lead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3291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SOLQ (QRIS pay with SOL / USDC / IDRX) and SolGig escrow — both mainnet.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Commish end-to-end: Pinocchio program (25k → 9,272 bytes), 33 attack tests, x402 endpoint, relayer, keeper, Next.js app, demos.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since 2022 (Objkt, Drip, Shutterstock) — lived the affiliate payout problem that started Commish.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6473952"/>
            <a:ext cx="11155680" cy="10973"/>
          </a:xfrm>
          <a:prstGeom prst="rect">
            <a:avLst/>
          </a:prstGeom>
          <a:solidFill>
            <a:srgbClr val="E6E5E0"/>
          </a:solidFill>
          <a:ln/>
        </p:spPr>
      </p:sp>
      <p:pic>
        <p:nvPicPr>
          <p:cNvPr id="10" name="Image 1" descr="/home/workdir/artifacts/logo_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379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6528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0515600" y="6528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COMMISH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85800" y="1920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two outside tool providers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one agent directory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651760" y="3566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getcommish.vercel.app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651760" y="3977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getcommish.vercel.app/en/demo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651760" y="4389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github.com/bryankwandou/commish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51760" y="4800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CmSHpw9QTwvRSNCCBrQz275ESTCw8D79Z8jjhWmPJfFB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Commish — Pitch Deck</dc:title>
  <dc:subject>PptxGenJS Presentation</dc:subject>
  <dc:creator>Vincentius Bryan Kwandou</dc:creator>
  <cp:lastModifiedBy>Vincentius Bryan Kwandou</cp:lastModifiedBy>
  <cp:revision>1</cp:revision>
  <dcterms:created xsi:type="dcterms:W3CDTF">2026-10-14T15:01:34Z</dcterms:created>
  <dcterms:modified xsi:type="dcterms:W3CDTF">2026-10-14T15:01:34Z</dcterms:modified>
</cp:coreProperties>
</file>